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3A2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 Platform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D1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D1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D1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0121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D1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Benefits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94560" y="731520"/>
            <a:ext cx="3108960" cy="4343400"/>
          </a:xfrm>
          <a:prstGeom prst="roundRect">
            <a:avLst>
              <a:gd name="adj" fmla="val 6471"/>
            </a:avLst>
          </a:prstGeom>
          <a:solidFill>
            <a:srgbClr val="FDFCFE"/>
          </a:solidFill>
          <a:ln w="9525">
            <a:solidFill>
              <a:srgbClr val="E6DF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50592" y="960120"/>
            <a:ext cx="457200" cy="457200"/>
          </a:xfrm>
          <a:prstGeom prst="ellipse">
            <a:avLst/>
          </a:prstGeom>
          <a:solidFill>
            <a:srgbClr val="7A5FA8"/>
          </a:solidFill>
          <a:ln/>
        </p:spPr>
      </p:sp>
      <p:sp>
        <p:nvSpPr>
          <p:cNvPr id="9" name="Text 7"/>
          <p:cNvSpPr/>
          <p:nvPr/>
        </p:nvSpPr>
        <p:spPr>
          <a:xfrm>
            <a:off x="245059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35808" y="896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4E3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35808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4E3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November 2025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23160" y="178308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23160" y="246888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423160" y="388620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42316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Pilot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560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profiles (core¹)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 dashboard (basic²)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3977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IR data platform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84448" y="5184648"/>
            <a:ext cx="329184" cy="329184"/>
          </a:xfrm>
          <a:prstGeom prst="ellipse">
            <a:avLst/>
          </a:prstGeom>
          <a:solidFill>
            <a:srgbClr val="E6DEF2"/>
          </a:solidFill>
          <a:ln/>
        </p:spPr>
      </p:sp>
      <p:sp>
        <p:nvSpPr>
          <p:cNvPr id="19" name="Shape 17"/>
          <p:cNvSpPr/>
          <p:nvPr/>
        </p:nvSpPr>
        <p:spPr>
          <a:xfrm>
            <a:off x="3666744" y="5266944"/>
            <a:ext cx="164592" cy="164592"/>
          </a:xfrm>
          <a:prstGeom prst="downArrow">
            <a:avLst/>
          </a:prstGeom>
          <a:solidFill>
            <a:srgbClr val="4E3880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5669280"/>
            <a:ext cx="3108960" cy="1051560"/>
          </a:xfrm>
          <a:prstGeom prst="roundRect">
            <a:avLst>
              <a:gd name="adj" fmla="val 13043"/>
            </a:avLst>
          </a:prstGeom>
          <a:solidFill>
            <a:srgbClr val="FDFCFE"/>
          </a:solidFill>
          <a:ln w="9525">
            <a:solidFill>
              <a:srgbClr val="E6DF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23160" y="5760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key operations</a:t>
            </a:r>
            <a:pPr algn="l" indent="0" marL="0">
              <a:buNone/>
            </a:pPr>
            <a:r>
              <a:rPr lang="en-US" sz="1300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streamlining activities, improve efficiency and collaboration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731520"/>
            <a:ext cx="3108960" cy="4343400"/>
          </a:xfrm>
          <a:prstGeom prst="roundRect">
            <a:avLst>
              <a:gd name="adj" fmla="val 6471"/>
            </a:avLst>
          </a:prstGeom>
          <a:solidFill>
            <a:srgbClr val="F8F5FB"/>
          </a:solidFill>
          <a:ln w="9525">
            <a:solidFill>
              <a:srgbClr val="E6DF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79592" y="960120"/>
            <a:ext cx="457200" cy="457200"/>
          </a:xfrm>
          <a:prstGeom prst="ellipse">
            <a:avLst/>
          </a:prstGeom>
          <a:solidFill>
            <a:srgbClr val="7A5FA8"/>
          </a:solidFill>
          <a:ln/>
        </p:spPr>
      </p:sp>
      <p:sp>
        <p:nvSpPr>
          <p:cNvPr id="24" name="Text 22"/>
          <p:cNvSpPr/>
          <p:nvPr/>
        </p:nvSpPr>
        <p:spPr>
          <a:xfrm>
            <a:off x="587959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896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4E3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64808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4E3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June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178308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852160" y="246888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52160" y="388620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85216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users, MIM+ PoC users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2560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profiles (all)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manager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 dashboard (full product³)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2160" y="3977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integration with MIM+ data via Global CRM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13448" y="5184648"/>
            <a:ext cx="329184" cy="329184"/>
          </a:xfrm>
          <a:prstGeom prst="ellipse">
            <a:avLst/>
          </a:prstGeom>
          <a:solidFill>
            <a:srgbClr val="E6DEF2"/>
          </a:solidFill>
          <a:ln/>
        </p:spPr>
      </p:sp>
      <p:sp>
        <p:nvSpPr>
          <p:cNvPr id="34" name="Shape 32"/>
          <p:cNvSpPr/>
          <p:nvPr/>
        </p:nvSpPr>
        <p:spPr>
          <a:xfrm>
            <a:off x="7095744" y="5266944"/>
            <a:ext cx="164592" cy="164592"/>
          </a:xfrm>
          <a:prstGeom prst="downArrow">
            <a:avLst/>
          </a:prstGeom>
          <a:solidFill>
            <a:srgbClr val="4E3880"/>
          </a:solidFill>
          <a:ln/>
        </p:spPr>
      </p:sp>
      <p:sp>
        <p:nvSpPr>
          <p:cNvPr id="35" name="Shape 33"/>
          <p:cNvSpPr/>
          <p:nvPr/>
        </p:nvSpPr>
        <p:spPr>
          <a:xfrm>
            <a:off x="5623560" y="5669280"/>
            <a:ext cx="3108960" cy="1051560"/>
          </a:xfrm>
          <a:prstGeom prst="roundRect">
            <a:avLst>
              <a:gd name="adj" fmla="val 13043"/>
            </a:avLst>
          </a:prstGeom>
          <a:solidFill>
            <a:srgbClr val="F8F5FB"/>
          </a:solidFill>
          <a:ln w="9525">
            <a:solidFill>
              <a:srgbClr val="E6DF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52160" y="5760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data management and storage </a:t>
            </a:r>
            <a:pPr algn="l" indent="0" marL="0">
              <a:buNone/>
            </a:pPr>
            <a:r>
              <a:rPr lang="en-US" sz="1300" b="1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data-driven insights generation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052560" y="731520"/>
            <a:ext cx="3108960" cy="4343400"/>
          </a:xfrm>
          <a:prstGeom prst="roundRect">
            <a:avLst>
              <a:gd name="adj" fmla="val 6471"/>
            </a:avLst>
          </a:prstGeom>
          <a:solidFill>
            <a:srgbClr val="DCD1EC"/>
          </a:solidFill>
          <a:ln w="15875">
            <a:solidFill>
              <a:srgbClr val="7A5FA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308592" y="960120"/>
            <a:ext cx="457200" cy="457200"/>
          </a:xfrm>
          <a:prstGeom prst="ellipse">
            <a:avLst/>
          </a:prstGeom>
          <a:solidFill>
            <a:srgbClr val="7A5FA8"/>
          </a:solidFill>
          <a:ln/>
        </p:spPr>
      </p:sp>
      <p:sp>
        <p:nvSpPr>
          <p:cNvPr id="39" name="Text 37"/>
          <p:cNvSpPr/>
          <p:nvPr/>
        </p:nvSpPr>
        <p:spPr>
          <a:xfrm>
            <a:off x="930859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93808" y="896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4E3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893808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4E3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August 2026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281160" y="178308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281160" y="246888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281160" y="3886200"/>
            <a:ext cx="2651760" cy="0"/>
          </a:xfrm>
          <a:prstGeom prst="line">
            <a:avLst/>
          </a:prstGeom>
          <a:noFill/>
          <a:ln w="9525">
            <a:solidFill>
              <a:srgbClr val="C5B8D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28116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across MIM &amp; MIM+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81160" y="2560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enhancements and change requests based on feedback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81160" y="3977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C2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with SAP platform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442448" y="5184648"/>
            <a:ext cx="329184" cy="329184"/>
          </a:xfrm>
          <a:prstGeom prst="ellipse">
            <a:avLst/>
          </a:prstGeom>
          <a:solidFill>
            <a:srgbClr val="E6DEF2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24744" y="5266944"/>
            <a:ext cx="164592" cy="164592"/>
          </a:xfrm>
          <a:prstGeom prst="downArrow">
            <a:avLst/>
          </a:prstGeom>
          <a:solidFill>
            <a:srgbClr val="4E3880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5669280"/>
            <a:ext cx="3108960" cy="1051560"/>
          </a:xfrm>
          <a:prstGeom prst="roundRect">
            <a:avLst>
              <a:gd name="adj" fmla="val 13043"/>
            </a:avLst>
          </a:prstGeom>
          <a:solidFill>
            <a:srgbClr val="DCD1EC"/>
          </a:solidFill>
          <a:ln w="15875">
            <a:solidFill>
              <a:srgbClr val="7A5FA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281160" y="5760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state-of-the-art tool to users, ultimately </a:t>
            </a:r>
            <a:pPr algn="l" indent="0" marL="0">
              <a:buNone/>
            </a:pPr>
            <a:r>
              <a:rPr lang="en-US" sz="1300" b="1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efficiency and effectiveness</a:t>
            </a:r>
            <a:pPr algn="l" indent="0" marL="0">
              <a:buNone/>
            </a:pPr>
            <a:r>
              <a:rPr lang="en-US" sz="1300" dirty="0">
                <a:solidFill>
                  <a:srgbClr val="2D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Saudi IR activities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Platform Milestones</dc:title>
  <dc:subject>PptxGenJS Presentation</dc:subject>
  <dc:creator>PptxGenJS</dc:creator>
  <cp:lastModifiedBy>PptxGenJS</cp:lastModifiedBy>
  <cp:revision>1</cp:revision>
  <dcterms:created xsi:type="dcterms:W3CDTF">2026-04-19T11:24:28Z</dcterms:created>
  <dcterms:modified xsi:type="dcterms:W3CDTF">2026-04-19T11:24:28Z</dcterms:modified>
</cp:coreProperties>
</file>